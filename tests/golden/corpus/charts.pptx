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by region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80</c:v>
                </c:pt>
                <c:pt idx="2">
                  <c:v>143</c:v>
                </c:pt>
                <c:pt idx="3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135.5</c:v>
                </c:pt>
                <c:pt idx="1">
                  <c:v>97</c:v>
                </c:pt>
                <c:pt idx="2">
                  <c:v>70.25</c:v>
                </c:pt>
                <c:pt idx="3">
                  <c:v>101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Region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kUSD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Share by segment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Celsius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3.5</c:v>
                </c:pt>
                <c:pt idx="1">
                  <c:v>4.1</c:v>
                </c:pt>
                <c:pt idx="2">
                  <c:v>7.8</c:v>
                </c:pt>
                <c:pt idx="3">
                  <c:v>11.2</c:v>
                </c:pt>
                <c:pt idx="4">
                  <c:v>15.6</c:v>
                </c:pt>
                <c:pt idx="5">
                  <c:v>18.9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Month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Degrees C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Charts Fixture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Three chart slides: a column chart, a pie chart and a line chart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Revenue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78638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Share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78638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Temperature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78638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Charts Fixture Deck</dc:title>
  <dc:subject/>
  <dc:creator/>
  <cp:keywords/>
  <dc:description>generated using python-pptx</dc:description>
  <cp:lastModifiedBy/>
  <cp:revision>1</cp:revision>
  <dcterms:created xsi:type="dcterms:W3CDTF">2000-01-01T00:00:00Z</dcterms:created>
  <dcterms:modified xsi:type="dcterms:W3CDTF">2000-01-01T00:00:00Z</dcterms:modified>
  <cp:category/>
</cp:coreProperties>
</file>