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exists so a parser can be checked for speaker notes; read this note aloud only in a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slide notes: the two-level bullets are the thing to check, and the notes should not be mixed into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slide notes: the table has one header row and three data rows; Orchard Hill opened in 1958.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Notes Fixture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small deck with speaker notes, bullets and a 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Deck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kinds of slide content</a:t>
            </a:r>
          </a:p>
          <a:p>
            <a:pPr lvl="1"/>
            <a:r>
              <a:t>a title with a subtitle</a:t>
            </a:r>
          </a:p>
          <a:p>
            <a:pPr lvl="1"/>
            <a:r>
              <a:t>a bulleted list with two levels</a:t>
            </a:r>
          </a:p>
          <a:p>
            <a:pPr lvl="1"/>
            <a:r>
              <a:t>a four column table</a:t>
            </a:r>
          </a:p>
          <a:p>
            <a:pPr/>
            <a:r>
              <a:t>Speaker notes on every content slide</a:t>
            </a:r>
          </a:p>
          <a:p>
            <a:pPr lvl="1"/>
            <a:r>
              <a:t>notes are not on the slide canvas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Stations by 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Opened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Platforms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Harbor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Mill 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Orchard Hill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Slide Without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Fixture Deck</dc:title>
  <dc:subject/>
  <dc:creator/>
  <cp:keywords/>
  <dc:description>generated using python-pptx</dc:description>
  <cp:lastModifiedBy/>
  <cp:revision>1</cp:revision>
  <dcterms:created xsi:type="dcterms:W3CDTF">2000-01-01T00:00:00Z</dcterms:created>
  <dcterms:modified xsi:type="dcterms:W3CDTF">2000-01-01T00:00:00Z</dcterms:modified>
  <cp:category/>
</cp:coreProperties>
</file>